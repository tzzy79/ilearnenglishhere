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class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the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Term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502920" y="2971800"/>
            <a:ext cx="3840480" cy="54864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Roberts  •  GEP 7 &amp; 9  •  A Fresh Start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 •  Confidence  •  Teamwork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01168"/>
            <a:ext cx="1220724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22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THIS TERM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Term Will Be Different</a:t>
            </a:r>
            <a:endParaRPr lang="en-US" sz="3000" dirty="0"/>
          </a:p>
        </p:txBody>
      </p:sp>
      <p:pic>
        <p:nvPicPr>
          <p:cNvPr id="7" name="Image 0" descr="/home/claude/slide_imgs/step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143000"/>
            <a:ext cx="397764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143000"/>
            <a:ext cx="3977640" cy="3886200"/>
          </a:xfrm>
          <a:prstGeom prst="rect">
            <a:avLst/>
          </a:prstGeom>
          <a:solidFill>
            <a:srgbClr val="F0F6FA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28016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80160"/>
            <a:ext cx="21945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00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Simpler Lessons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17373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goals for every class — you always know what to expect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97480" y="128016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280160"/>
            <a:ext cx="21945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277063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00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1752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Formula First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34640" y="17373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step-by-step so every student can follow along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10896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3108960"/>
            <a:ext cx="21945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0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Answers First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5661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answer first, then understand why it's correct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697480" y="310896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697480" y="3108960"/>
            <a:ext cx="21945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277063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00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01752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 &amp; Stress-Free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834640" y="356616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engaging, positive, and enjoyable every 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teamwor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2340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0" y="365760"/>
            <a:ext cx="1431036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365760"/>
            <a:ext cx="1431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 STYLE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0" y="685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Style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0" y="1938528"/>
            <a:ext cx="2286000" cy="4572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2103120"/>
            <a:ext cx="3474720" cy="5486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Teamwork Every Lesson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2788920"/>
            <a:ext cx="3474720" cy="5486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Pair Work &amp; Group Activities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0" y="3474720"/>
            <a:ext cx="3474720" cy="5486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Support Classmates — We Are Family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0" y="4160520"/>
            <a:ext cx="3474720" cy="5486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Positive, United, Friendly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1645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grow as</a:t>
            </a:r>
            <a:endParaRPr lang="en-US" sz="3600" dirty="0"/>
          </a:p>
          <a:p>
            <a:pPr marL="0" indent="0" algn="l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 team."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01168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EXPECTATIONS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Expect From You</a:t>
            </a:r>
            <a:endParaRPr lang="en-US" sz="3000" dirty="0"/>
          </a:p>
        </p:txBody>
      </p:sp>
      <p:pic>
        <p:nvPicPr>
          <p:cNvPr id="7" name="Image 0" descr="/home/claude/slide_imgs/noteboo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143000"/>
            <a:ext cx="260604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143000"/>
            <a:ext cx="2606040" cy="388620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261872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61872"/>
            <a:ext cx="640080" cy="7772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26187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500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78992" y="13350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 &amp; Notebook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78992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bring your materials to every class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19456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194560"/>
            <a:ext cx="640080" cy="7772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2194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500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78992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Notes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78992" y="2578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 will help you get full marks in exams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127248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3127248"/>
            <a:ext cx="640080" cy="7772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21" name="Text 18"/>
          <p:cNvSpPr/>
          <p:nvPr/>
        </p:nvSpPr>
        <p:spPr>
          <a:xfrm>
            <a:off x="320040" y="31272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500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78992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Focused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5112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participation means faster progress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0040" y="4059936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" y="4059936"/>
            <a:ext cx="640080" cy="7772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40599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500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8992" y="4133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Questions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78992" y="4443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too small — don't be shy!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noteboo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27432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274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EVERY WEEK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Routine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11480" y="1261872"/>
            <a:ext cx="2743200" cy="54864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463040"/>
            <a:ext cx="2011680" cy="3337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63040"/>
            <a:ext cx="20116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4048" y="210312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 and phrases practised every session with real-life context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41448" y="1463040"/>
            <a:ext cx="2011680" cy="3337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1463040"/>
            <a:ext cx="20116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255117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Grammar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51176" y="210312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book formulas broken down simply — step by step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08576" y="1463040"/>
            <a:ext cx="2011680" cy="3337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8576" y="1463040"/>
            <a:ext cx="2011680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5"/>
          <p:cNvSpPr/>
          <p:nvPr/>
        </p:nvSpPr>
        <p:spPr>
          <a:xfrm>
            <a:off x="4718304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Teamwork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718304" y="210312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discussions and collaborative activities to build confidence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75704" y="1463040"/>
            <a:ext cx="2011680" cy="3337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463040"/>
            <a:ext cx="20116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9"/>
          <p:cNvSpPr/>
          <p:nvPr/>
        </p:nvSpPr>
        <p:spPr>
          <a:xfrm>
            <a:off x="6885432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E-Learning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85432" y="210312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check — stay current and earn bonus points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lapt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14800" y="347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0" y="3474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E-LEARNING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0" y="640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E-Learning Rules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0" y="1508760"/>
            <a:ext cx="4800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1508760"/>
            <a:ext cx="100584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1508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30368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up-to-date every week — no exceptions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350008"/>
            <a:ext cx="4800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2350008"/>
            <a:ext cx="100584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0" y="23500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BONUS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30368" y="2441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early and earn extra bonus points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0" y="3191256"/>
            <a:ext cx="4800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0" y="3191256"/>
            <a:ext cx="100584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0" y="319125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30368" y="32826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directly helps you in exams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0" y="4032504"/>
            <a:ext cx="4800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4032504"/>
            <a:ext cx="100584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0" y="403250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30368" y="4123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will monitor your progress weekly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8288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Ahead.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011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End-of-Term Exam</a:t>
            </a:r>
            <a:endParaRPr lang="en-US" sz="3000" dirty="0"/>
          </a:p>
        </p:txBody>
      </p:sp>
      <p:pic>
        <p:nvPicPr>
          <p:cNvPr id="7" name="Image 0" descr="/home/claude/slide_imgs/ex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1143000"/>
            <a:ext cx="370332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1143000"/>
            <a:ext cx="3703320" cy="3886200"/>
          </a:xfrm>
          <a:prstGeom prst="rect">
            <a:avLst/>
          </a:prstGeom>
          <a:solidFill>
            <a:srgbClr val="F4A500">
              <a:alpha val="2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280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Surprises.</a:t>
            </a:r>
            <a:endParaRPr lang="en-US" sz="5000" dirty="0"/>
          </a:p>
        </p:txBody>
      </p:sp>
      <p:sp>
        <p:nvSpPr>
          <p:cNvPr id="10" name="Shape 7"/>
          <p:cNvSpPr/>
          <p:nvPr/>
        </p:nvSpPr>
        <p:spPr>
          <a:xfrm>
            <a:off x="411480" y="2743200"/>
            <a:ext cx="274320" cy="27432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340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" y="27614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only on what we study together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3310128"/>
            <a:ext cx="274320" cy="27432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340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" y="33284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 notes will help you get full marks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340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4672" y="38953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prepare as a team before the exam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4443984"/>
            <a:ext cx="274320" cy="27432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340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" y="44622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succeed if you attend &amp; take notes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speak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2340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347472"/>
            <a:ext cx="1220724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47472"/>
            <a:ext cx="122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THIS TERM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6400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365760" y="2212848"/>
            <a:ext cx="2743200" cy="54864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presentation this term — simple topic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999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Topic will be useful and relevant to your life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6210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Teacher Roberts will help you prepare fully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424281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real chance to build speaking confidence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trave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6" name="Shape 3"/>
          <p:cNvSpPr/>
          <p:nvPr/>
        </p:nvSpPr>
        <p:spPr>
          <a:xfrm>
            <a:off x="347472" y="320040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3200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YOUR TEACHER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7472" y="621792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347472" y="2331720"/>
            <a:ext cx="2743200" cy="54864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24871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From Birmingham, England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29900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Lived in Spain, Italy, Portugal, St Kitts &amp; Nevis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47472" y="34930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3 years in SE Asia — Lao, Thailand, Vietnam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47472" y="3995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Loves travel, YouTube, writing &amp; crypto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7472" y="44988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Here to help YOU succeed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297680" y="16459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"Lived it.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Travelled it.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it."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handshak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548640"/>
            <a:ext cx="7315200" cy="4023360"/>
          </a:xfrm>
          <a:prstGeom prst="rect">
            <a:avLst/>
          </a:prstGeom>
          <a:solidFill>
            <a:srgbClr val="0F2340">
              <a:alpha val="7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548640"/>
            <a:ext cx="164592" cy="4023360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6" name="Shape 3"/>
          <p:cNvSpPr/>
          <p:nvPr/>
        </p:nvSpPr>
        <p:spPr>
          <a:xfrm>
            <a:off x="1234440" y="77724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34440" y="7772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MY PROMISE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234440" y="10515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Promise to You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1234440" y="1801368"/>
            <a:ext cx="5029200" cy="54864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10" name="Shape 7"/>
          <p:cNvSpPr/>
          <p:nvPr/>
        </p:nvSpPr>
        <p:spPr>
          <a:xfrm>
            <a:off x="1261872" y="2039112"/>
            <a:ext cx="256032" cy="256032"/>
          </a:xfrm>
          <a:prstGeom prst="ellipse">
            <a:avLst/>
          </a:prstGeom>
          <a:solidFill>
            <a:srgbClr val="F4A500"/>
          </a:solidFill>
          <a:ln/>
        </p:spPr>
      </p:sp>
      <p:sp>
        <p:nvSpPr>
          <p:cNvPr id="11" name="Text 8"/>
          <p:cNvSpPr/>
          <p:nvPr/>
        </p:nvSpPr>
        <p:spPr>
          <a:xfrm>
            <a:off x="1664208" y="19659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support you inside and outside class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261872" y="2660904"/>
            <a:ext cx="256032" cy="256032"/>
          </a:xfrm>
          <a:prstGeom prst="ellipse">
            <a:avLst/>
          </a:prstGeom>
          <a:solidFill>
            <a:srgbClr val="F4A500"/>
          </a:solidFill>
          <a:ln/>
        </p:spPr>
      </p:sp>
      <p:sp>
        <p:nvSpPr>
          <p:cNvPr id="13" name="Text 10"/>
          <p:cNvSpPr/>
          <p:nvPr/>
        </p:nvSpPr>
        <p:spPr>
          <a:xfrm>
            <a:off x="1664208" y="258775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privately or in class if you don't understand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261872" y="3282696"/>
            <a:ext cx="256032" cy="256032"/>
          </a:xfrm>
          <a:prstGeom prst="ellipse">
            <a:avLst/>
          </a:prstGeom>
          <a:solidFill>
            <a:srgbClr val="F4A500"/>
          </a:solidFill>
          <a:ln/>
        </p:spPr>
      </p:sp>
      <p:sp>
        <p:nvSpPr>
          <p:cNvPr id="15" name="Text 12"/>
          <p:cNvSpPr/>
          <p:nvPr/>
        </p:nvSpPr>
        <p:spPr>
          <a:xfrm>
            <a:off x="1664208" y="320954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you to learn real English for real life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261872" y="3904488"/>
            <a:ext cx="256032" cy="256032"/>
          </a:xfrm>
          <a:prstGeom prst="ellipse">
            <a:avLst/>
          </a:prstGeom>
          <a:solidFill>
            <a:srgbClr val="F4A500"/>
          </a:solidFill>
          <a:ln/>
        </p:spPr>
      </p:sp>
      <p:sp>
        <p:nvSpPr>
          <p:cNvPr id="17" name="Text 14"/>
          <p:cNvSpPr/>
          <p:nvPr/>
        </p:nvSpPr>
        <p:spPr>
          <a:xfrm>
            <a:off x="1664208" y="38313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grow together as a team — always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imgs/celebrat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34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4A50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Have a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TERM!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51760" y="2926080"/>
            <a:ext cx="1828800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Positive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926080"/>
            <a:ext cx="1828800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Each Other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2926080"/>
            <a:ext cx="1828800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 Best Class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Roberts  •  GEP 7 &amp; 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2026-03-25T01:51:16Z</dcterms:modified>
</cp:coreProperties>
</file>