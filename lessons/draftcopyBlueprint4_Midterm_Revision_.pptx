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Midterm Master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CF0F1"/>
                </a:solidFill>
              </a:defRPr>
            </a:pPr>
            <a:r>
              <a:t>Level 9 Revision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Mission Start: The Big Weekend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🏠 Stay In: Cozy Living Room vs. 🌃 Go Out: Busy City Nightlife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Your Challenge: Plan the ULTIMATE WEEKEND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✓ Your grammar choices will decide our fate!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✓ Use Present Continuous for future plans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✓ Master preferences: Would Rather vs. Prefer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✓ Predict outcomes: Will, Might, Probably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The Time Traveler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Unit 1: Lessons 1 &amp; 2 - Present Continuous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Three Scenarios: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1. A person eating lunch RIGHT NOW ← Action happening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2. Dinner with Sopheak @ 8pm NEXT WEEK ← Future plan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3. Eating breakfast EVERY MORNING ← Daily habit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KEY QUESTION: Which uses Present Continuous?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Answer: Scenarios 1 &amp; 2 (NOW or ARRANGED PLAN)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The Action Freeze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Unit 1: Lesson 3 - Action vs. Stative Verbs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ACTION VERBS (Can be -ing):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✓ Running ✓ Jumping ✓ Eating ✓ Walking ✓ Writing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STATIVE VERBS (NO -ing!):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✗ Loving ✗ Knowing ✗ Understanding ✗ Believing ✗ Wanting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GOLDEN RULE: Never use -ing with mental/feeling verbs!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❌ 'I am knowing' ❌ 'She is loving' ✓ 'I know' ✓ 'She loves'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The Preference Battle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Unit 1: Lessons 4 &amp; 5 - Would Rather vs. Prefer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WOULD RATHER Formula: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Subject + would rather + Base Verb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Example: 'I would rather STAY at home tonight'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PREFER Formula: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Subject + prefer + V-ing + TO + V-ing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Example: 'I prefer STAYING at home TO going out'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Same meaning, different grammar!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The Crystal 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Unit 2: Lessons 1, 2 &amp; 3 - Future Predictions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CERTAINTY SCALE: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100% → WILL (definite) 'It will rain tomorrow'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80% → WILL PROBABLY (very likely)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50% → MIGHT / COULD / MAY (uncertain)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0% → WON'T (definite negative)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TASK: What will happen to Cambodia's nightlife by 2050?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Use: 'Might,' 'Could,' or 'Will probably'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The 'That' Clause Rumor Mill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Unit 2: Lesson 4 - Reported Speech with 'That'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FORMULA: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Verb (heard/said/told) + that + Full Sentence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EXAMPLES: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'I heard THAT we have no homework'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'She said THAT a new cinema is opening'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'My teacher told us THAT the exam is next week'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TASK: Start a rumor about a new business opening!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The Weekend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Unit 2: Lesson 5 - Making Suggestions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WAYS TO MAKE SUGGESTIONS: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1. Shall we... (informal) 'Shall we watch a movie?'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2. Could we... (polite) 'Could we grab dinner?'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3. Let's... (direct) 'Let's go out tonight!'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4. Why don't we... (friendly) 'Why don't we try the new mall?'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DECISION TIME: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Are we STAYING IN or GOING OUT this weekend?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Time for Action!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CF0F1"/>
                </a:solidFill>
              </a:defRPr>
            </a:pPr>
            <a:r>
              <a:t>Complete Your Worksheets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